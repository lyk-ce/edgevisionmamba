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247C"/>
    <a:srgbClr val="FBEB66"/>
    <a:srgbClr val="AA77E9"/>
    <a:srgbClr val="79CAFB"/>
    <a:srgbClr val="5C9AD4"/>
    <a:srgbClr val="4EA660"/>
    <a:srgbClr val="F7A24F"/>
    <a:srgbClr val="E9535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5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052E2-6177-CAE5-2B03-12AF1254D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850C23-C062-9191-F548-EFA12B38A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CABA3B-7752-0C3E-47CE-CB0EB2B39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3F46-D34C-4151-A72C-376BB3CF338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D52E0D-BF53-DE22-3E38-DAD598BE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6914D4-ADCC-C47E-5C18-DC74A4CF7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267D-70B5-4C0B-A3FC-023413CB0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387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D0FB2-391A-2B2F-36AB-0F45203A6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A73D44-EF3F-F88C-A0DD-8FEB02C4E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C600FF-94AE-05B0-7083-B84F643B4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3F46-D34C-4151-A72C-376BB3CF338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42D905-72CF-E9F8-0C84-15C9876B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FED867-E835-738D-5A90-C16944C3A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267D-70B5-4C0B-A3FC-023413CB0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5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573E1B-417A-9875-3768-6334F038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EBD8DB-DC39-5794-FCE5-016625EF7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8CE9C8-9868-3EBB-225A-A8DF04C0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3F46-D34C-4151-A72C-376BB3CF338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0A09E3-651E-AA8A-9448-20F2D03D1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6D8605-11DA-53CD-3979-96D1C58D1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267D-70B5-4C0B-A3FC-023413CB0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320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44335-6134-0640-D0E0-534D77785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F29C17-AA55-99E6-6FC4-26A0562F3D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360C2D-B9B3-A439-3E51-8F3469AEC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6D35AF-68E1-CC49-50DA-6205E3AD7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3F46-D34C-4151-A72C-376BB3CF338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03103E-FE91-05D4-9B79-00CAD7ABB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52F9F7-ADA4-C524-4D01-764EE638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267D-70B5-4C0B-A3FC-023413CB0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00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4C321-D731-2424-5C30-11EFF1253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D9D4C6-9698-2AA4-AA77-AEF18798E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DE0F46-2804-82DB-4CBB-A30B3F804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7569E1-EA92-D12A-7FC2-98EEB4CE6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56776BF-64C2-E1CA-FD8C-3235C7C0C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BB17BC-278B-454B-F2AF-E0E2BB356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3F46-D34C-4151-A72C-376BB3CF338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6CBCF4E-C989-07B6-4AA8-0B3CF52CB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13EC23-112B-A8DC-A0F9-E01D10D1C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267D-70B5-4C0B-A3FC-023413CB0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65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017E43-0129-AEEB-EB39-6AE0CAD8D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56C206-8C4D-8E4F-0909-51FA5D1D4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3F46-D34C-4151-A72C-376BB3CF338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FEC00C-97D4-62B7-040A-3DA700F30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F538F0-F626-3263-437E-9FB73478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267D-70B5-4C0B-A3FC-023413CB0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42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39B227-872D-ECCB-9FE2-79E14434E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3F46-D34C-4151-A72C-376BB3CF338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76EA1F-175C-1425-2FFA-B303E2A89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766168-1460-CB0E-3CB9-F0FE15BF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267D-70B5-4C0B-A3FC-023413CB0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362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33AE5-5E35-E96D-5906-BADD37E3B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6728BC-56FB-2ACA-153C-11E8D1E04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4A521F-99B9-A56F-B5F3-77BB58D62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2E3306-07B6-A647-A9A7-AA8C67843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3F46-D34C-4151-A72C-376BB3CF338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242A9B-820B-1E02-EF72-AD820EA05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27696B-80EA-4DE5-BC4C-59191373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267D-70B5-4C0B-A3FC-023413CB0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4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F836A-7A84-E861-90BC-D47B5D8DB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18FDA1-3972-02F3-1720-97172FF7EA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DB5FD3-3DA8-CD22-B9B0-0D017B5A2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7BC142-4E83-E4AC-1345-59387F606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3F46-D34C-4151-A72C-376BB3CF338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7A68DE-0107-A331-8028-90A9C33D7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672E20-9B29-695E-FC82-C27280576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267D-70B5-4C0B-A3FC-023413CB0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153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7DB6E-C800-C076-F3C2-315C84E2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80E231-A4E4-68FE-F996-6AA707A74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46B0C0-5C50-A9A2-931C-8FDD7983F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3F46-D34C-4151-A72C-376BB3CF338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172FA2-BBAB-50FE-9282-72DADEE6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09A9F1-5039-FA10-33B2-3AB30651F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267D-70B5-4C0B-A3FC-023413CB0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83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5C6E15-C0A1-5EF3-CDDA-2A5FF9DF24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CF168F-4C64-5CBE-3559-773159615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B0E6A1-B674-083B-39B0-56D5FAF6A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3F46-D34C-4151-A72C-376BB3CF338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F7C4BC-C593-E5E9-359E-331EE48A0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F21A5D-A6F4-A40F-5713-3074A076F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C267D-70B5-4C0B-A3FC-023413CB0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988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5954304-1FB0-72A1-ABC8-230B0C005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BAB466-C51B-F9EB-CD5D-A091FBF0D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DBC4A0-0FD0-CD66-E0A5-C7F069157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F3F46-D34C-4151-A72C-376BB3CF338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770E7A-83B7-8B1B-B124-B740412E1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507912-C0F3-B615-189B-6610DEEF2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6C267D-70B5-4C0B-A3FC-023413CB038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728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矩形: 圆角 225">
            <a:extLst>
              <a:ext uri="{FF2B5EF4-FFF2-40B4-BE49-F238E27FC236}">
                <a16:creationId xmlns:a16="http://schemas.microsoft.com/office/drawing/2014/main" id="{20D55648-245C-F779-0A05-F39DBF4F8295}"/>
              </a:ext>
            </a:extLst>
          </p:cNvPr>
          <p:cNvSpPr/>
          <p:nvPr/>
        </p:nvSpPr>
        <p:spPr>
          <a:xfrm>
            <a:off x="4089010" y="3226749"/>
            <a:ext cx="2270978" cy="120709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矩形: 圆角 224">
            <a:extLst>
              <a:ext uri="{FF2B5EF4-FFF2-40B4-BE49-F238E27FC236}">
                <a16:creationId xmlns:a16="http://schemas.microsoft.com/office/drawing/2014/main" id="{1025F280-B105-2B24-0439-BBAA82FB6A4B}"/>
              </a:ext>
            </a:extLst>
          </p:cNvPr>
          <p:cNvSpPr/>
          <p:nvPr/>
        </p:nvSpPr>
        <p:spPr>
          <a:xfrm>
            <a:off x="4102503" y="1943505"/>
            <a:ext cx="2270978" cy="120709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矩形: 圆角 223">
            <a:extLst>
              <a:ext uri="{FF2B5EF4-FFF2-40B4-BE49-F238E27FC236}">
                <a16:creationId xmlns:a16="http://schemas.microsoft.com/office/drawing/2014/main" id="{30B6B5CD-8765-13FE-21F7-5A2ECAEDF565}"/>
              </a:ext>
            </a:extLst>
          </p:cNvPr>
          <p:cNvSpPr/>
          <p:nvPr/>
        </p:nvSpPr>
        <p:spPr>
          <a:xfrm>
            <a:off x="242552" y="2265011"/>
            <a:ext cx="2453098" cy="173051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1E2329E-9DC0-0C99-0062-F9045E836D5B}"/>
              </a:ext>
            </a:extLst>
          </p:cNvPr>
          <p:cNvSpPr/>
          <p:nvPr/>
        </p:nvSpPr>
        <p:spPr>
          <a:xfrm>
            <a:off x="419109" y="2943852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265474A-1461-DCCA-2C70-3E2AA185F9A7}"/>
              </a:ext>
            </a:extLst>
          </p:cNvPr>
          <p:cNvSpPr/>
          <p:nvPr/>
        </p:nvSpPr>
        <p:spPr>
          <a:xfrm>
            <a:off x="985799" y="2943852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301E9DF-CF9D-665E-04A6-D1F078257E5A}"/>
              </a:ext>
            </a:extLst>
          </p:cNvPr>
          <p:cNvSpPr/>
          <p:nvPr/>
        </p:nvSpPr>
        <p:spPr>
          <a:xfrm>
            <a:off x="988993" y="3447642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76C395B-F477-7E90-01F1-4D97845B65E9}"/>
              </a:ext>
            </a:extLst>
          </p:cNvPr>
          <p:cNvSpPr/>
          <p:nvPr/>
        </p:nvSpPr>
        <p:spPr>
          <a:xfrm>
            <a:off x="985799" y="2440062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D9ED660E-D746-977C-C052-C6D743D6A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479" y="2034977"/>
            <a:ext cx="963857" cy="963857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703083D0-0380-6DBA-465D-3302ADCB2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479" y="3363793"/>
            <a:ext cx="963857" cy="963857"/>
          </a:xfrm>
          <a:prstGeom prst="rect">
            <a:avLst/>
          </a:prstGeom>
        </p:spPr>
      </p:pic>
      <p:sp>
        <p:nvSpPr>
          <p:cNvPr id="75" name="箭头: 右 74">
            <a:extLst>
              <a:ext uri="{FF2B5EF4-FFF2-40B4-BE49-F238E27FC236}">
                <a16:creationId xmlns:a16="http://schemas.microsoft.com/office/drawing/2014/main" id="{F32E7FA7-56E0-210C-2502-9CC0C99DC89D}"/>
              </a:ext>
            </a:extLst>
          </p:cNvPr>
          <p:cNvSpPr/>
          <p:nvPr/>
        </p:nvSpPr>
        <p:spPr>
          <a:xfrm>
            <a:off x="2820513" y="3019743"/>
            <a:ext cx="1123170" cy="22631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0DEDB66-5B3F-863F-14B6-0C33DEB46AFE}"/>
              </a:ext>
            </a:extLst>
          </p:cNvPr>
          <p:cNvSpPr txBox="1"/>
          <p:nvPr/>
        </p:nvSpPr>
        <p:spPr>
          <a:xfrm>
            <a:off x="242552" y="4513175"/>
            <a:ext cx="2577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for all NAS </a:t>
            </a:r>
          </a:p>
          <a:p>
            <a:pPr algn="ctr"/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SupeNet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467CF49A-857E-65B2-CBCC-F0702F139590}"/>
              </a:ext>
            </a:extLst>
          </p:cNvPr>
          <p:cNvSpPr/>
          <p:nvPr/>
        </p:nvSpPr>
        <p:spPr>
          <a:xfrm>
            <a:off x="1543762" y="2948890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D50A63B4-22CC-D290-175E-F0E5623DF75E}"/>
              </a:ext>
            </a:extLst>
          </p:cNvPr>
          <p:cNvSpPr/>
          <p:nvPr/>
        </p:nvSpPr>
        <p:spPr>
          <a:xfrm>
            <a:off x="1547704" y="3449609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6852DF9F-1786-A667-75C9-32F6B95267E3}"/>
              </a:ext>
            </a:extLst>
          </p:cNvPr>
          <p:cNvSpPr/>
          <p:nvPr/>
        </p:nvSpPr>
        <p:spPr>
          <a:xfrm>
            <a:off x="1558610" y="2435505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3B267FE4-954E-CB83-95E9-10B2309DE907}"/>
              </a:ext>
            </a:extLst>
          </p:cNvPr>
          <p:cNvSpPr/>
          <p:nvPr/>
        </p:nvSpPr>
        <p:spPr>
          <a:xfrm>
            <a:off x="2128562" y="2948482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F7AD62C8-30A6-C3C8-399A-158EA0188873}"/>
              </a:ext>
            </a:extLst>
          </p:cNvPr>
          <p:cNvCxnSpPr>
            <a:cxnSpLocks/>
            <a:stCxn id="4" idx="6"/>
            <a:endCxn id="7" idx="2"/>
          </p:cNvCxnSpPr>
          <p:nvPr/>
        </p:nvCxnSpPr>
        <p:spPr>
          <a:xfrm flipV="1">
            <a:off x="806735" y="2631391"/>
            <a:ext cx="179064" cy="503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16C5694E-7184-2ACB-F2FF-3F9F9142C3CA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806735" y="3135181"/>
            <a:ext cx="179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直接箭头连接符 132">
            <a:extLst>
              <a:ext uri="{FF2B5EF4-FFF2-40B4-BE49-F238E27FC236}">
                <a16:creationId xmlns:a16="http://schemas.microsoft.com/office/drawing/2014/main" id="{9ADF4E75-A077-53B0-09B7-C19C7B2C6FDB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>
            <a:off x="806735" y="3135181"/>
            <a:ext cx="182258" cy="503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9690B992-2DDC-C1DA-E072-8F0DC984FC75}"/>
              </a:ext>
            </a:extLst>
          </p:cNvPr>
          <p:cNvCxnSpPr>
            <a:cxnSpLocks/>
          </p:cNvCxnSpPr>
          <p:nvPr/>
        </p:nvCxnSpPr>
        <p:spPr>
          <a:xfrm flipV="1">
            <a:off x="1378211" y="2652706"/>
            <a:ext cx="179064" cy="503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2746A97E-E6C4-6CDE-D58C-64241DFE3615}"/>
              </a:ext>
            </a:extLst>
          </p:cNvPr>
          <p:cNvCxnSpPr>
            <a:cxnSpLocks/>
          </p:cNvCxnSpPr>
          <p:nvPr/>
        </p:nvCxnSpPr>
        <p:spPr>
          <a:xfrm>
            <a:off x="1378211" y="3156496"/>
            <a:ext cx="179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6542291B-FF48-596E-BD6B-8524A8E40D4F}"/>
              </a:ext>
            </a:extLst>
          </p:cNvPr>
          <p:cNvCxnSpPr>
            <a:cxnSpLocks/>
          </p:cNvCxnSpPr>
          <p:nvPr/>
        </p:nvCxnSpPr>
        <p:spPr>
          <a:xfrm>
            <a:off x="1378211" y="3156496"/>
            <a:ext cx="182258" cy="503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336E6C86-AE5D-6A3A-D8C7-42906D7F65C7}"/>
              </a:ext>
            </a:extLst>
          </p:cNvPr>
          <p:cNvCxnSpPr>
            <a:cxnSpLocks/>
          </p:cNvCxnSpPr>
          <p:nvPr/>
        </p:nvCxnSpPr>
        <p:spPr>
          <a:xfrm>
            <a:off x="1378211" y="2652706"/>
            <a:ext cx="179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D535416F-C603-49A2-AACE-F1DB678D8439}"/>
              </a:ext>
            </a:extLst>
          </p:cNvPr>
          <p:cNvCxnSpPr>
            <a:cxnSpLocks/>
            <a:stCxn id="7" idx="6"/>
            <a:endCxn id="123" idx="2"/>
          </p:cNvCxnSpPr>
          <p:nvPr/>
        </p:nvCxnSpPr>
        <p:spPr>
          <a:xfrm>
            <a:off x="1373425" y="2631391"/>
            <a:ext cx="170337" cy="508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DCB4CE32-7B56-C718-A304-0F08E1E4F0E5}"/>
              </a:ext>
            </a:extLst>
          </p:cNvPr>
          <p:cNvCxnSpPr>
            <a:cxnSpLocks/>
            <a:stCxn id="7" idx="6"/>
            <a:endCxn id="124" idx="2"/>
          </p:cNvCxnSpPr>
          <p:nvPr/>
        </p:nvCxnSpPr>
        <p:spPr>
          <a:xfrm>
            <a:off x="1373425" y="2631391"/>
            <a:ext cx="174279" cy="1009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297E3339-F31B-F727-3A8D-91270DD959D1}"/>
              </a:ext>
            </a:extLst>
          </p:cNvPr>
          <p:cNvCxnSpPr>
            <a:cxnSpLocks/>
            <a:stCxn id="6" idx="6"/>
            <a:endCxn id="124" idx="2"/>
          </p:cNvCxnSpPr>
          <p:nvPr/>
        </p:nvCxnSpPr>
        <p:spPr>
          <a:xfrm>
            <a:off x="1376619" y="3638971"/>
            <a:ext cx="171085" cy="19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1B191585-1AF2-3649-B67D-75C19412335D}"/>
              </a:ext>
            </a:extLst>
          </p:cNvPr>
          <p:cNvCxnSpPr>
            <a:cxnSpLocks/>
            <a:stCxn id="6" idx="6"/>
            <a:endCxn id="123" idx="2"/>
          </p:cNvCxnSpPr>
          <p:nvPr/>
        </p:nvCxnSpPr>
        <p:spPr>
          <a:xfrm flipV="1">
            <a:off x="1376619" y="3140219"/>
            <a:ext cx="167143" cy="4987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ACCA72C5-A147-0233-3138-53F414A99EAB}"/>
              </a:ext>
            </a:extLst>
          </p:cNvPr>
          <p:cNvCxnSpPr>
            <a:cxnSpLocks/>
            <a:stCxn id="6" idx="6"/>
            <a:endCxn id="125" idx="2"/>
          </p:cNvCxnSpPr>
          <p:nvPr/>
        </p:nvCxnSpPr>
        <p:spPr>
          <a:xfrm flipV="1">
            <a:off x="1376619" y="2626834"/>
            <a:ext cx="181991" cy="1012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8D3D56B1-7BD7-D7E4-A504-8A66C8AFFEFA}"/>
              </a:ext>
            </a:extLst>
          </p:cNvPr>
          <p:cNvCxnSpPr>
            <a:cxnSpLocks/>
            <a:endCxn id="126" idx="2"/>
          </p:cNvCxnSpPr>
          <p:nvPr/>
        </p:nvCxnSpPr>
        <p:spPr>
          <a:xfrm>
            <a:off x="1941154" y="2635036"/>
            <a:ext cx="187408" cy="504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E8CA0C42-0F58-E646-8EDC-D6B782401A0B}"/>
              </a:ext>
            </a:extLst>
          </p:cNvPr>
          <p:cNvCxnSpPr>
            <a:cxnSpLocks/>
            <a:stCxn id="123" idx="6"/>
            <a:endCxn id="126" idx="2"/>
          </p:cNvCxnSpPr>
          <p:nvPr/>
        </p:nvCxnSpPr>
        <p:spPr>
          <a:xfrm flipV="1">
            <a:off x="1931388" y="3139811"/>
            <a:ext cx="197174" cy="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2FD96C8A-550C-8E6A-7336-17D147623FCA}"/>
              </a:ext>
            </a:extLst>
          </p:cNvPr>
          <p:cNvCxnSpPr>
            <a:cxnSpLocks/>
            <a:stCxn id="124" idx="6"/>
            <a:endCxn id="126" idx="2"/>
          </p:cNvCxnSpPr>
          <p:nvPr/>
        </p:nvCxnSpPr>
        <p:spPr>
          <a:xfrm flipV="1">
            <a:off x="1935330" y="3139811"/>
            <a:ext cx="193232" cy="501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" name="椭圆 173">
            <a:extLst>
              <a:ext uri="{FF2B5EF4-FFF2-40B4-BE49-F238E27FC236}">
                <a16:creationId xmlns:a16="http://schemas.microsoft.com/office/drawing/2014/main" id="{3E30B3B9-6AAE-6502-4208-62AAD1D01066}"/>
              </a:ext>
            </a:extLst>
          </p:cNvPr>
          <p:cNvSpPr/>
          <p:nvPr/>
        </p:nvSpPr>
        <p:spPr>
          <a:xfrm>
            <a:off x="4181351" y="2556157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3E12A0E5-D601-8E52-02A5-B948D2F39204}"/>
              </a:ext>
            </a:extLst>
          </p:cNvPr>
          <p:cNvSpPr/>
          <p:nvPr/>
        </p:nvSpPr>
        <p:spPr>
          <a:xfrm>
            <a:off x="4748041" y="2556157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椭圆 176">
            <a:extLst>
              <a:ext uri="{FF2B5EF4-FFF2-40B4-BE49-F238E27FC236}">
                <a16:creationId xmlns:a16="http://schemas.microsoft.com/office/drawing/2014/main" id="{DA4C20FF-3727-DEDF-A55A-1F4026C435A5}"/>
              </a:ext>
            </a:extLst>
          </p:cNvPr>
          <p:cNvSpPr/>
          <p:nvPr/>
        </p:nvSpPr>
        <p:spPr>
          <a:xfrm>
            <a:off x="4748041" y="2052367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4AD799D9-845E-5B0C-EB98-26BCF50988FB}"/>
              </a:ext>
            </a:extLst>
          </p:cNvPr>
          <p:cNvSpPr/>
          <p:nvPr/>
        </p:nvSpPr>
        <p:spPr>
          <a:xfrm>
            <a:off x="5306004" y="2561195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4DEA75F2-77ED-4A8A-8BC7-FDCB2C2D99E4}"/>
              </a:ext>
            </a:extLst>
          </p:cNvPr>
          <p:cNvSpPr/>
          <p:nvPr/>
        </p:nvSpPr>
        <p:spPr>
          <a:xfrm>
            <a:off x="5320852" y="2047810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椭圆 180">
            <a:extLst>
              <a:ext uri="{FF2B5EF4-FFF2-40B4-BE49-F238E27FC236}">
                <a16:creationId xmlns:a16="http://schemas.microsoft.com/office/drawing/2014/main" id="{4FC33921-94DC-8457-D762-1B7936886B40}"/>
              </a:ext>
            </a:extLst>
          </p:cNvPr>
          <p:cNvSpPr/>
          <p:nvPr/>
        </p:nvSpPr>
        <p:spPr>
          <a:xfrm>
            <a:off x="5890804" y="2560787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BAE3903E-5ED0-D4FD-B192-A9B8DACF9FE5}"/>
              </a:ext>
            </a:extLst>
          </p:cNvPr>
          <p:cNvCxnSpPr>
            <a:cxnSpLocks/>
            <a:stCxn id="174" idx="6"/>
            <a:endCxn id="177" idx="2"/>
          </p:cNvCxnSpPr>
          <p:nvPr/>
        </p:nvCxnSpPr>
        <p:spPr>
          <a:xfrm flipV="1">
            <a:off x="4568977" y="2243696"/>
            <a:ext cx="179064" cy="503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B43A9745-F740-808B-177B-6FB1BA2B793B}"/>
              </a:ext>
            </a:extLst>
          </p:cNvPr>
          <p:cNvCxnSpPr>
            <a:cxnSpLocks/>
            <a:stCxn id="174" idx="6"/>
            <a:endCxn id="175" idx="2"/>
          </p:cNvCxnSpPr>
          <p:nvPr/>
        </p:nvCxnSpPr>
        <p:spPr>
          <a:xfrm>
            <a:off x="4568977" y="2747486"/>
            <a:ext cx="179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F67D4214-BF16-671F-1F19-45305B2953D5}"/>
              </a:ext>
            </a:extLst>
          </p:cNvPr>
          <p:cNvCxnSpPr>
            <a:cxnSpLocks/>
          </p:cNvCxnSpPr>
          <p:nvPr/>
        </p:nvCxnSpPr>
        <p:spPr>
          <a:xfrm flipV="1">
            <a:off x="5140453" y="2265011"/>
            <a:ext cx="179064" cy="503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0E6FC92A-B0F5-FB11-E5AD-DCA9FB3D39B0}"/>
              </a:ext>
            </a:extLst>
          </p:cNvPr>
          <p:cNvCxnSpPr>
            <a:cxnSpLocks/>
          </p:cNvCxnSpPr>
          <p:nvPr/>
        </p:nvCxnSpPr>
        <p:spPr>
          <a:xfrm>
            <a:off x="5140453" y="2768801"/>
            <a:ext cx="179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E373DCEC-7D8C-CE80-D443-5BFBF588088D}"/>
              </a:ext>
            </a:extLst>
          </p:cNvPr>
          <p:cNvCxnSpPr>
            <a:cxnSpLocks/>
          </p:cNvCxnSpPr>
          <p:nvPr/>
        </p:nvCxnSpPr>
        <p:spPr>
          <a:xfrm>
            <a:off x="5140453" y="2265011"/>
            <a:ext cx="179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AC47D3B7-4C98-EA39-AE10-E10CEB7B5965}"/>
              </a:ext>
            </a:extLst>
          </p:cNvPr>
          <p:cNvCxnSpPr>
            <a:cxnSpLocks/>
            <a:stCxn id="177" idx="6"/>
            <a:endCxn id="178" idx="2"/>
          </p:cNvCxnSpPr>
          <p:nvPr/>
        </p:nvCxnSpPr>
        <p:spPr>
          <a:xfrm>
            <a:off x="5135667" y="2243696"/>
            <a:ext cx="170337" cy="508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5359ADF1-5640-7361-4183-50C5AD9AE24A}"/>
              </a:ext>
            </a:extLst>
          </p:cNvPr>
          <p:cNvCxnSpPr>
            <a:cxnSpLocks/>
            <a:endCxn id="181" idx="2"/>
          </p:cNvCxnSpPr>
          <p:nvPr/>
        </p:nvCxnSpPr>
        <p:spPr>
          <a:xfrm>
            <a:off x="5703396" y="2247341"/>
            <a:ext cx="187408" cy="504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C0F60244-E744-ABFB-E37F-6492AADF2AED}"/>
              </a:ext>
            </a:extLst>
          </p:cNvPr>
          <p:cNvCxnSpPr>
            <a:cxnSpLocks/>
            <a:stCxn id="178" idx="6"/>
            <a:endCxn id="181" idx="2"/>
          </p:cNvCxnSpPr>
          <p:nvPr/>
        </p:nvCxnSpPr>
        <p:spPr>
          <a:xfrm flipV="1">
            <a:off x="5693630" y="2752116"/>
            <a:ext cx="197174" cy="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7" name="椭圆 196">
            <a:extLst>
              <a:ext uri="{FF2B5EF4-FFF2-40B4-BE49-F238E27FC236}">
                <a16:creationId xmlns:a16="http://schemas.microsoft.com/office/drawing/2014/main" id="{2D5D6B10-72F7-D57D-A2E1-EB4B6BAEA788}"/>
              </a:ext>
            </a:extLst>
          </p:cNvPr>
          <p:cNvSpPr/>
          <p:nvPr/>
        </p:nvSpPr>
        <p:spPr>
          <a:xfrm>
            <a:off x="4177102" y="3845722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椭圆 197">
            <a:extLst>
              <a:ext uri="{FF2B5EF4-FFF2-40B4-BE49-F238E27FC236}">
                <a16:creationId xmlns:a16="http://schemas.microsoft.com/office/drawing/2014/main" id="{52A02E76-D0F0-73CB-ED2B-561DD5557270}"/>
              </a:ext>
            </a:extLst>
          </p:cNvPr>
          <p:cNvSpPr/>
          <p:nvPr/>
        </p:nvSpPr>
        <p:spPr>
          <a:xfrm>
            <a:off x="4743792" y="3845722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椭圆 198">
            <a:extLst>
              <a:ext uri="{FF2B5EF4-FFF2-40B4-BE49-F238E27FC236}">
                <a16:creationId xmlns:a16="http://schemas.microsoft.com/office/drawing/2014/main" id="{F050A0EE-47E4-FCB0-075B-5B0A4159AA48}"/>
              </a:ext>
            </a:extLst>
          </p:cNvPr>
          <p:cNvSpPr/>
          <p:nvPr/>
        </p:nvSpPr>
        <p:spPr>
          <a:xfrm>
            <a:off x="4743792" y="3341932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椭圆 201">
            <a:extLst>
              <a:ext uri="{FF2B5EF4-FFF2-40B4-BE49-F238E27FC236}">
                <a16:creationId xmlns:a16="http://schemas.microsoft.com/office/drawing/2014/main" id="{E9DA11FE-01CA-7616-4C4E-70DBFFFB9347}"/>
              </a:ext>
            </a:extLst>
          </p:cNvPr>
          <p:cNvSpPr/>
          <p:nvPr/>
        </p:nvSpPr>
        <p:spPr>
          <a:xfrm>
            <a:off x="5890804" y="3845722"/>
            <a:ext cx="387626" cy="3826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FFBA1C35-57A1-5C9B-046C-7C5426BBB4D7}"/>
              </a:ext>
            </a:extLst>
          </p:cNvPr>
          <p:cNvCxnSpPr>
            <a:cxnSpLocks/>
            <a:stCxn id="197" idx="6"/>
            <a:endCxn id="199" idx="2"/>
          </p:cNvCxnSpPr>
          <p:nvPr/>
        </p:nvCxnSpPr>
        <p:spPr>
          <a:xfrm flipV="1">
            <a:off x="4564728" y="3533261"/>
            <a:ext cx="179064" cy="5037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620C9FDD-63E1-1163-C6D8-B1268A003FEB}"/>
              </a:ext>
            </a:extLst>
          </p:cNvPr>
          <p:cNvCxnSpPr>
            <a:cxnSpLocks/>
            <a:stCxn id="197" idx="6"/>
            <a:endCxn id="198" idx="2"/>
          </p:cNvCxnSpPr>
          <p:nvPr/>
        </p:nvCxnSpPr>
        <p:spPr>
          <a:xfrm>
            <a:off x="4564728" y="4037051"/>
            <a:ext cx="1790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F9077C17-14B0-B587-019D-DA14764E695A}"/>
              </a:ext>
            </a:extLst>
          </p:cNvPr>
          <p:cNvCxnSpPr>
            <a:cxnSpLocks/>
            <a:stCxn id="198" idx="6"/>
            <a:endCxn id="202" idx="2"/>
          </p:cNvCxnSpPr>
          <p:nvPr/>
        </p:nvCxnSpPr>
        <p:spPr>
          <a:xfrm>
            <a:off x="5131418" y="4037051"/>
            <a:ext cx="7593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46BBA080-F2F9-F93F-4B54-1D8AEAEBBA3F}"/>
              </a:ext>
            </a:extLst>
          </p:cNvPr>
          <p:cNvCxnSpPr>
            <a:cxnSpLocks/>
            <a:endCxn id="202" idx="2"/>
          </p:cNvCxnSpPr>
          <p:nvPr/>
        </p:nvCxnSpPr>
        <p:spPr>
          <a:xfrm>
            <a:off x="5140453" y="3549946"/>
            <a:ext cx="750351" cy="487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5" name="箭头: 右 214">
            <a:extLst>
              <a:ext uri="{FF2B5EF4-FFF2-40B4-BE49-F238E27FC236}">
                <a16:creationId xmlns:a16="http://schemas.microsoft.com/office/drawing/2014/main" id="{128894C3-D8E4-5E7A-E3E2-BCB891FB2B28}"/>
              </a:ext>
            </a:extLst>
          </p:cNvPr>
          <p:cNvSpPr/>
          <p:nvPr/>
        </p:nvSpPr>
        <p:spPr>
          <a:xfrm>
            <a:off x="6690182" y="3017124"/>
            <a:ext cx="1123170" cy="226317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55861C1F-AC9A-2F0D-1182-7FDE199B560D}"/>
              </a:ext>
            </a:extLst>
          </p:cNvPr>
          <p:cNvSpPr txBox="1"/>
          <p:nvPr/>
        </p:nvSpPr>
        <p:spPr>
          <a:xfrm>
            <a:off x="9253369" y="1950779"/>
            <a:ext cx="29537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Specific Optimization</a:t>
            </a:r>
          </a:p>
          <a:p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 Scan Fusion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SIMD &amp; OpenMP Implementation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819293DE-3DB0-B657-7720-0C9BB89388F5}"/>
              </a:ext>
            </a:extLst>
          </p:cNvPr>
          <p:cNvSpPr txBox="1"/>
          <p:nvPr/>
        </p:nvSpPr>
        <p:spPr>
          <a:xfrm>
            <a:off x="419109" y="1453041"/>
            <a:ext cx="6584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EdgeVim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End to End Vim model deployment on Edge Devices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25038758-89C1-A3B8-64FE-23FA774F5479}"/>
              </a:ext>
            </a:extLst>
          </p:cNvPr>
          <p:cNvSpPr txBox="1"/>
          <p:nvPr/>
        </p:nvSpPr>
        <p:spPr>
          <a:xfrm>
            <a:off x="3936918" y="4510729"/>
            <a:ext cx="2738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subnet according to specific constraints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文本框 219">
            <a:extLst>
              <a:ext uri="{FF2B5EF4-FFF2-40B4-BE49-F238E27FC236}">
                <a16:creationId xmlns:a16="http://schemas.microsoft.com/office/drawing/2014/main" id="{DA8059F7-A7F8-43B5-3A5D-54BAC3E8955C}"/>
              </a:ext>
            </a:extLst>
          </p:cNvPr>
          <p:cNvSpPr txBox="1"/>
          <p:nvPr/>
        </p:nvSpPr>
        <p:spPr>
          <a:xfrm>
            <a:off x="7670898" y="4787728"/>
            <a:ext cx="273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On Edge Devices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2" name="直接连接符 221">
            <a:extLst>
              <a:ext uri="{FF2B5EF4-FFF2-40B4-BE49-F238E27FC236}">
                <a16:creationId xmlns:a16="http://schemas.microsoft.com/office/drawing/2014/main" id="{00C00F2D-0F43-C0AB-B1E2-D7A123F4F0A0}"/>
              </a:ext>
            </a:extLst>
          </p:cNvPr>
          <p:cNvCxnSpPr/>
          <p:nvPr/>
        </p:nvCxnSpPr>
        <p:spPr>
          <a:xfrm>
            <a:off x="3319669" y="2239138"/>
            <a:ext cx="0" cy="2088512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3" name="直接连接符 222">
            <a:extLst>
              <a:ext uri="{FF2B5EF4-FFF2-40B4-BE49-F238E27FC236}">
                <a16:creationId xmlns:a16="http://schemas.microsoft.com/office/drawing/2014/main" id="{5882CD82-4776-2181-C2C1-656D955A9C48}"/>
              </a:ext>
            </a:extLst>
          </p:cNvPr>
          <p:cNvCxnSpPr/>
          <p:nvPr/>
        </p:nvCxnSpPr>
        <p:spPr>
          <a:xfrm>
            <a:off x="7251767" y="2239138"/>
            <a:ext cx="0" cy="2088512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237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EFCA2C0E-7CD9-37B4-A483-C4458327E823}"/>
              </a:ext>
            </a:extLst>
          </p:cNvPr>
          <p:cNvSpPr/>
          <p:nvPr/>
        </p:nvSpPr>
        <p:spPr>
          <a:xfrm>
            <a:off x="793474" y="506897"/>
            <a:ext cx="810039" cy="427382"/>
          </a:xfrm>
          <a:prstGeom prst="roundRect">
            <a:avLst/>
          </a:prstGeom>
          <a:solidFill>
            <a:srgbClr val="CC24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7A25C6C-8434-E9F2-41E7-B26232F67697}"/>
              </a:ext>
            </a:extLst>
          </p:cNvPr>
          <p:cNvSpPr/>
          <p:nvPr/>
        </p:nvSpPr>
        <p:spPr>
          <a:xfrm>
            <a:off x="793474" y="1277180"/>
            <a:ext cx="1934818" cy="427382"/>
          </a:xfrm>
          <a:prstGeom prst="roundRect">
            <a:avLst/>
          </a:prstGeom>
          <a:solidFill>
            <a:srgbClr val="E953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 Embedding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AF99D8B-69D1-90A5-68FB-8311BAEFCC00}"/>
              </a:ext>
            </a:extLst>
          </p:cNvPr>
          <p:cNvSpPr/>
          <p:nvPr/>
        </p:nvSpPr>
        <p:spPr>
          <a:xfrm>
            <a:off x="793473" y="1277180"/>
            <a:ext cx="2546075" cy="427382"/>
          </a:xfrm>
          <a:prstGeom prst="round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32D8CDF-A85E-2C1A-4FD2-4AE56FB56E58}"/>
              </a:ext>
            </a:extLst>
          </p:cNvPr>
          <p:cNvSpPr/>
          <p:nvPr/>
        </p:nvSpPr>
        <p:spPr>
          <a:xfrm>
            <a:off x="793474" y="2047463"/>
            <a:ext cx="2546074" cy="427382"/>
          </a:xfrm>
          <a:prstGeom prst="roundRect">
            <a:avLst/>
          </a:prstGeom>
          <a:solidFill>
            <a:srgbClr val="F7A2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Candidate 1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56F8AA5-665E-28DB-D37F-9C071C0191AA}"/>
              </a:ext>
            </a:extLst>
          </p:cNvPr>
          <p:cNvSpPr/>
          <p:nvPr/>
        </p:nvSpPr>
        <p:spPr>
          <a:xfrm>
            <a:off x="3634409" y="2047463"/>
            <a:ext cx="2011017" cy="427382"/>
          </a:xfrm>
          <a:prstGeom prst="roundRect">
            <a:avLst/>
          </a:prstGeom>
          <a:solidFill>
            <a:srgbClr val="4EA6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2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B596829-2036-C174-7405-B10E72C16643}"/>
              </a:ext>
            </a:extLst>
          </p:cNvPr>
          <p:cNvSpPr/>
          <p:nvPr/>
        </p:nvSpPr>
        <p:spPr>
          <a:xfrm>
            <a:off x="6313005" y="2047463"/>
            <a:ext cx="1514061" cy="427382"/>
          </a:xfrm>
          <a:prstGeom prst="roundRect">
            <a:avLst/>
          </a:prstGeom>
          <a:solidFill>
            <a:srgbClr val="5C9A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N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609AF6-6766-CAA2-B115-CE972247C33B}"/>
              </a:ext>
            </a:extLst>
          </p:cNvPr>
          <p:cNvSpPr txBox="1"/>
          <p:nvPr/>
        </p:nvSpPr>
        <p:spPr>
          <a:xfrm>
            <a:off x="5665304" y="2076488"/>
            <a:ext cx="627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9361C28-1F8C-EE2D-D955-2C9E6CFC7F28}"/>
              </a:ext>
            </a:extLst>
          </p:cNvPr>
          <p:cNvSpPr/>
          <p:nvPr/>
        </p:nvSpPr>
        <p:spPr>
          <a:xfrm>
            <a:off x="793474" y="2817746"/>
            <a:ext cx="2546074" cy="427382"/>
          </a:xfrm>
          <a:prstGeom prst="roundRect">
            <a:avLst/>
          </a:prstGeom>
          <a:solidFill>
            <a:srgbClr val="F7A2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Candidate 1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FDB099A-37FD-73E1-2876-0931C6AECEE6}"/>
              </a:ext>
            </a:extLst>
          </p:cNvPr>
          <p:cNvSpPr/>
          <p:nvPr/>
        </p:nvSpPr>
        <p:spPr>
          <a:xfrm>
            <a:off x="3634409" y="2817746"/>
            <a:ext cx="2011017" cy="427382"/>
          </a:xfrm>
          <a:prstGeom prst="roundRect">
            <a:avLst/>
          </a:prstGeom>
          <a:solidFill>
            <a:srgbClr val="4EA6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2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646AA61-A204-AAB7-FDE2-CF9E84884E5C}"/>
              </a:ext>
            </a:extLst>
          </p:cNvPr>
          <p:cNvSpPr/>
          <p:nvPr/>
        </p:nvSpPr>
        <p:spPr>
          <a:xfrm>
            <a:off x="6313005" y="2817746"/>
            <a:ext cx="1514061" cy="427382"/>
          </a:xfrm>
          <a:prstGeom prst="roundRect">
            <a:avLst/>
          </a:prstGeom>
          <a:solidFill>
            <a:srgbClr val="5C9A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N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0B275C4-2A20-D828-792E-DC98F6BC2257}"/>
              </a:ext>
            </a:extLst>
          </p:cNvPr>
          <p:cNvSpPr txBox="1"/>
          <p:nvPr/>
        </p:nvSpPr>
        <p:spPr>
          <a:xfrm>
            <a:off x="5665304" y="2846771"/>
            <a:ext cx="627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7B2BAFF-AADB-BE31-93D9-9503C985BF91}"/>
              </a:ext>
            </a:extLst>
          </p:cNvPr>
          <p:cNvSpPr/>
          <p:nvPr/>
        </p:nvSpPr>
        <p:spPr>
          <a:xfrm>
            <a:off x="773595" y="4078358"/>
            <a:ext cx="2546074" cy="427382"/>
          </a:xfrm>
          <a:prstGeom prst="roundRect">
            <a:avLst/>
          </a:prstGeom>
          <a:solidFill>
            <a:srgbClr val="F7A2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Candidate 1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4B3B87-1FA0-F72F-9B38-2B0C9975AE26}"/>
              </a:ext>
            </a:extLst>
          </p:cNvPr>
          <p:cNvSpPr/>
          <p:nvPr/>
        </p:nvSpPr>
        <p:spPr>
          <a:xfrm>
            <a:off x="3614530" y="4078358"/>
            <a:ext cx="2011017" cy="427382"/>
          </a:xfrm>
          <a:prstGeom prst="roundRect">
            <a:avLst/>
          </a:prstGeom>
          <a:solidFill>
            <a:srgbClr val="4EA6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2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3818907-B6DB-BFB8-E247-B6F9957F219C}"/>
              </a:ext>
            </a:extLst>
          </p:cNvPr>
          <p:cNvSpPr/>
          <p:nvPr/>
        </p:nvSpPr>
        <p:spPr>
          <a:xfrm>
            <a:off x="6293126" y="4078358"/>
            <a:ext cx="1514061" cy="427382"/>
          </a:xfrm>
          <a:prstGeom prst="roundRect">
            <a:avLst/>
          </a:prstGeom>
          <a:solidFill>
            <a:srgbClr val="5C9A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N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87CC2E-666B-EAFD-B0D4-D1605E232CD5}"/>
              </a:ext>
            </a:extLst>
          </p:cNvPr>
          <p:cNvSpPr txBox="1"/>
          <p:nvPr/>
        </p:nvSpPr>
        <p:spPr>
          <a:xfrm>
            <a:off x="5645425" y="4107383"/>
            <a:ext cx="627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2E3AC32-AC1B-5EE2-AF84-7A5BBD842DAF}"/>
              </a:ext>
            </a:extLst>
          </p:cNvPr>
          <p:cNvSpPr/>
          <p:nvPr/>
        </p:nvSpPr>
        <p:spPr>
          <a:xfrm>
            <a:off x="773595" y="5338970"/>
            <a:ext cx="2546074" cy="427382"/>
          </a:xfrm>
          <a:prstGeom prst="roundRect">
            <a:avLst/>
          </a:prstGeom>
          <a:solidFill>
            <a:srgbClr val="F7A2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Candidate 1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52DD4D0-9189-308D-1003-418135DEAD3B}"/>
              </a:ext>
            </a:extLst>
          </p:cNvPr>
          <p:cNvSpPr/>
          <p:nvPr/>
        </p:nvSpPr>
        <p:spPr>
          <a:xfrm>
            <a:off x="3614530" y="5338970"/>
            <a:ext cx="2011017" cy="427382"/>
          </a:xfrm>
          <a:prstGeom prst="roundRect">
            <a:avLst/>
          </a:prstGeom>
          <a:solidFill>
            <a:srgbClr val="4EA6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2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7D0DD7E-1911-C130-C720-F6A47D1CF84F}"/>
              </a:ext>
            </a:extLst>
          </p:cNvPr>
          <p:cNvSpPr/>
          <p:nvPr/>
        </p:nvSpPr>
        <p:spPr>
          <a:xfrm>
            <a:off x="6293126" y="5338970"/>
            <a:ext cx="1514061" cy="427382"/>
          </a:xfrm>
          <a:prstGeom prst="roundRect">
            <a:avLst/>
          </a:prstGeom>
          <a:solidFill>
            <a:srgbClr val="5C9A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N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4633A56-B068-3D2E-60F9-1FE580AFBAA0}"/>
              </a:ext>
            </a:extLst>
          </p:cNvPr>
          <p:cNvSpPr txBox="1"/>
          <p:nvPr/>
        </p:nvSpPr>
        <p:spPr>
          <a:xfrm>
            <a:off x="5645425" y="5367995"/>
            <a:ext cx="627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D81D5F1-F87C-81D6-25F6-5CB1F333C02C}"/>
              </a:ext>
            </a:extLst>
          </p:cNvPr>
          <p:cNvSpPr/>
          <p:nvPr/>
        </p:nvSpPr>
        <p:spPr>
          <a:xfrm>
            <a:off x="8501673" y="6217756"/>
            <a:ext cx="937591" cy="427382"/>
          </a:xfrm>
          <a:prstGeom prst="roundRect">
            <a:avLst/>
          </a:prstGeom>
          <a:solidFill>
            <a:srgbClr val="CC247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7F7BFE8-4F3B-D9CF-9FD4-E03ED3609F35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198494" y="934279"/>
            <a:ext cx="0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右大括号 30">
            <a:extLst>
              <a:ext uri="{FF2B5EF4-FFF2-40B4-BE49-F238E27FC236}">
                <a16:creationId xmlns:a16="http://schemas.microsoft.com/office/drawing/2014/main" id="{813026FB-00BD-9758-47BC-F3487045A845}"/>
              </a:ext>
            </a:extLst>
          </p:cNvPr>
          <p:cNvSpPr/>
          <p:nvPr/>
        </p:nvSpPr>
        <p:spPr>
          <a:xfrm rot="16200000">
            <a:off x="4147930" y="-1731274"/>
            <a:ext cx="304800" cy="7053470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508A165-7523-B692-B4B9-9A8EB3E06157}"/>
              </a:ext>
            </a:extLst>
          </p:cNvPr>
          <p:cNvSpPr txBox="1"/>
          <p:nvPr/>
        </p:nvSpPr>
        <p:spPr>
          <a:xfrm>
            <a:off x="2781507" y="1227525"/>
            <a:ext cx="2952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 Choice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右大括号 32">
            <a:extLst>
              <a:ext uri="{FF2B5EF4-FFF2-40B4-BE49-F238E27FC236}">
                <a16:creationId xmlns:a16="http://schemas.microsoft.com/office/drawing/2014/main" id="{2844B11D-DAFC-0923-77E0-5498F14A79C6}"/>
              </a:ext>
            </a:extLst>
          </p:cNvPr>
          <p:cNvSpPr/>
          <p:nvPr/>
        </p:nvSpPr>
        <p:spPr>
          <a:xfrm rot="10800000" flipH="1">
            <a:off x="8072438" y="2047462"/>
            <a:ext cx="244335" cy="2517915"/>
          </a:xfrm>
          <a:prstGeom prst="rightBrac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19E981C-599F-634F-A0E1-947D32982421}"/>
              </a:ext>
            </a:extLst>
          </p:cNvPr>
          <p:cNvSpPr txBox="1"/>
          <p:nvPr/>
        </p:nvSpPr>
        <p:spPr>
          <a:xfrm>
            <a:off x="8281180" y="2981599"/>
            <a:ext cx="1349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</a:p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Choice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A33C335C-1417-E891-1A86-7C9FD478BFA3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760883" y="1704562"/>
            <a:ext cx="0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8F7AD19-E1D3-D54A-8C49-410A9592F674}"/>
              </a:ext>
            </a:extLst>
          </p:cNvPr>
          <p:cNvCxnSpPr>
            <a:stCxn id="9" idx="2"/>
            <a:endCxn id="14" idx="0"/>
          </p:cNvCxnSpPr>
          <p:nvPr/>
        </p:nvCxnSpPr>
        <p:spPr>
          <a:xfrm>
            <a:off x="2066511" y="2474845"/>
            <a:ext cx="0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587F4C37-CE13-5A7F-893C-75B6463AB35E}"/>
              </a:ext>
            </a:extLst>
          </p:cNvPr>
          <p:cNvCxnSpPr>
            <a:stCxn id="9" idx="2"/>
            <a:endCxn id="15" idx="0"/>
          </p:cNvCxnSpPr>
          <p:nvPr/>
        </p:nvCxnSpPr>
        <p:spPr>
          <a:xfrm>
            <a:off x="2066511" y="2474845"/>
            <a:ext cx="2573407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B45A4A6C-6285-E8C9-EBCC-7F8A7173CC8B}"/>
              </a:ext>
            </a:extLst>
          </p:cNvPr>
          <p:cNvCxnSpPr>
            <a:stCxn id="9" idx="2"/>
            <a:endCxn id="16" idx="0"/>
          </p:cNvCxnSpPr>
          <p:nvPr/>
        </p:nvCxnSpPr>
        <p:spPr>
          <a:xfrm>
            <a:off x="2066511" y="2474845"/>
            <a:ext cx="5003525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74ED6D8F-1EF9-E244-EC5B-0C57CBB5DBCF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>
            <a:off x="4639918" y="2474845"/>
            <a:ext cx="0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65B85DA-32EE-6474-B061-86E48601451C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>
            <a:off x="4639918" y="2474845"/>
            <a:ext cx="2430118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900E121C-383A-DAE7-8114-B3A7CA522E68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>
            <a:off x="7070036" y="2474845"/>
            <a:ext cx="0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D10B9507-C94C-41C5-EEBA-F2F7A606D0F6}"/>
              </a:ext>
            </a:extLst>
          </p:cNvPr>
          <p:cNvCxnSpPr/>
          <p:nvPr/>
        </p:nvCxnSpPr>
        <p:spPr>
          <a:xfrm>
            <a:off x="2066511" y="3254348"/>
            <a:ext cx="0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65BA4289-E3EA-2C19-A3ED-A2750064FAA6}"/>
              </a:ext>
            </a:extLst>
          </p:cNvPr>
          <p:cNvCxnSpPr/>
          <p:nvPr/>
        </p:nvCxnSpPr>
        <p:spPr>
          <a:xfrm>
            <a:off x="2066511" y="3254348"/>
            <a:ext cx="2573407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46CBE090-E00E-0525-4479-E2AB501F4CE3}"/>
              </a:ext>
            </a:extLst>
          </p:cNvPr>
          <p:cNvCxnSpPr/>
          <p:nvPr/>
        </p:nvCxnSpPr>
        <p:spPr>
          <a:xfrm>
            <a:off x="2066511" y="3254348"/>
            <a:ext cx="5003525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ABC54DDB-8CB3-C83A-2527-AF6DF7973419}"/>
              </a:ext>
            </a:extLst>
          </p:cNvPr>
          <p:cNvCxnSpPr>
            <a:cxnSpLocks/>
          </p:cNvCxnSpPr>
          <p:nvPr/>
        </p:nvCxnSpPr>
        <p:spPr>
          <a:xfrm>
            <a:off x="4639918" y="3254348"/>
            <a:ext cx="0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DD0668F8-F1ED-5B8E-2EB1-FA59C0701C28}"/>
              </a:ext>
            </a:extLst>
          </p:cNvPr>
          <p:cNvCxnSpPr>
            <a:cxnSpLocks/>
          </p:cNvCxnSpPr>
          <p:nvPr/>
        </p:nvCxnSpPr>
        <p:spPr>
          <a:xfrm>
            <a:off x="4639918" y="3254348"/>
            <a:ext cx="2430118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51BF4225-E740-5F84-FCD9-3D7F4DDB658C}"/>
              </a:ext>
            </a:extLst>
          </p:cNvPr>
          <p:cNvCxnSpPr>
            <a:cxnSpLocks/>
          </p:cNvCxnSpPr>
          <p:nvPr/>
        </p:nvCxnSpPr>
        <p:spPr>
          <a:xfrm>
            <a:off x="7070036" y="3254348"/>
            <a:ext cx="0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27791842-B302-AEB5-BC7D-503A8FBBFC3B}"/>
              </a:ext>
            </a:extLst>
          </p:cNvPr>
          <p:cNvSpPr txBox="1"/>
          <p:nvPr/>
        </p:nvSpPr>
        <p:spPr>
          <a:xfrm>
            <a:off x="4300330" y="3541571"/>
            <a:ext cx="627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6F227FC0-435F-D363-A8AA-9A51A5B216AB}"/>
              </a:ext>
            </a:extLst>
          </p:cNvPr>
          <p:cNvCxnSpPr/>
          <p:nvPr/>
        </p:nvCxnSpPr>
        <p:spPr>
          <a:xfrm>
            <a:off x="2046631" y="4501743"/>
            <a:ext cx="0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1CC55435-8D7B-4DA7-8F0D-721655B6DBF2}"/>
              </a:ext>
            </a:extLst>
          </p:cNvPr>
          <p:cNvCxnSpPr/>
          <p:nvPr/>
        </p:nvCxnSpPr>
        <p:spPr>
          <a:xfrm>
            <a:off x="2066511" y="4501744"/>
            <a:ext cx="2573407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F2CAE5A9-B364-A0D8-299F-FC4290075724}"/>
              </a:ext>
            </a:extLst>
          </p:cNvPr>
          <p:cNvCxnSpPr/>
          <p:nvPr/>
        </p:nvCxnSpPr>
        <p:spPr>
          <a:xfrm>
            <a:off x="2066511" y="4501744"/>
            <a:ext cx="5003525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69B70C1A-23D4-A6E0-39E4-3D332E4C285C}"/>
              </a:ext>
            </a:extLst>
          </p:cNvPr>
          <p:cNvCxnSpPr>
            <a:cxnSpLocks/>
          </p:cNvCxnSpPr>
          <p:nvPr/>
        </p:nvCxnSpPr>
        <p:spPr>
          <a:xfrm>
            <a:off x="4614241" y="4501744"/>
            <a:ext cx="0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3412594A-C5FE-1C61-AC37-CCD109CF9700}"/>
              </a:ext>
            </a:extLst>
          </p:cNvPr>
          <p:cNvCxnSpPr>
            <a:cxnSpLocks/>
          </p:cNvCxnSpPr>
          <p:nvPr/>
        </p:nvCxnSpPr>
        <p:spPr>
          <a:xfrm>
            <a:off x="4639918" y="4501744"/>
            <a:ext cx="2430118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1FB2480A-C104-B525-6266-E24D5679FD6C}"/>
              </a:ext>
            </a:extLst>
          </p:cNvPr>
          <p:cNvCxnSpPr>
            <a:cxnSpLocks/>
          </p:cNvCxnSpPr>
          <p:nvPr/>
        </p:nvCxnSpPr>
        <p:spPr>
          <a:xfrm>
            <a:off x="7050156" y="4501744"/>
            <a:ext cx="0" cy="34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238D6118-70C1-19FE-080A-94AEAB1F5706}"/>
              </a:ext>
            </a:extLst>
          </p:cNvPr>
          <p:cNvSpPr txBox="1"/>
          <p:nvPr/>
        </p:nvSpPr>
        <p:spPr>
          <a:xfrm>
            <a:off x="4327869" y="4898699"/>
            <a:ext cx="627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30A56033-8F2C-F499-C044-5376965D98E1}"/>
              </a:ext>
            </a:extLst>
          </p:cNvPr>
          <p:cNvCxnSpPr>
            <a:stCxn id="22" idx="2"/>
            <a:endCxn id="26" idx="0"/>
          </p:cNvCxnSpPr>
          <p:nvPr/>
        </p:nvCxnSpPr>
        <p:spPr>
          <a:xfrm rot="16200000" flipH="1">
            <a:off x="5282848" y="2530135"/>
            <a:ext cx="451404" cy="692383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6B3DBB5E-F3C0-944B-1027-CF539FD220BD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 rot="16200000" flipH="1">
            <a:off x="6569552" y="3816839"/>
            <a:ext cx="451404" cy="43504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4275671B-2F9C-C876-ECF5-35311CAFB721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 rot="16200000" flipH="1">
            <a:off x="7784611" y="5031898"/>
            <a:ext cx="451404" cy="19203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44834754-A4FB-1FEE-289C-FB4B2676F345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 rot="16200000" flipH="1">
            <a:off x="4652542" y="1899829"/>
            <a:ext cx="1712016" cy="6923837"/>
          </a:xfrm>
          <a:prstGeom prst="bentConnector3">
            <a:avLst>
              <a:gd name="adj1" fmla="val 660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099A63B7-B5B9-FE49-2FD4-8B601344A25D}"/>
              </a:ext>
            </a:extLst>
          </p:cNvPr>
          <p:cNvCxnSpPr>
            <a:cxnSpLocks/>
            <a:stCxn id="19" idx="2"/>
            <a:endCxn id="26" idx="0"/>
          </p:cNvCxnSpPr>
          <p:nvPr/>
        </p:nvCxnSpPr>
        <p:spPr>
          <a:xfrm rot="16200000" flipH="1">
            <a:off x="5939246" y="3186533"/>
            <a:ext cx="1712016" cy="4350430"/>
          </a:xfrm>
          <a:prstGeom prst="bentConnector3">
            <a:avLst>
              <a:gd name="adj1" fmla="val 632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0ED95AAC-4A37-1773-7F7B-9155DF43329D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 rot="16200000" flipH="1">
            <a:off x="7154305" y="4401592"/>
            <a:ext cx="1712016" cy="1920312"/>
          </a:xfrm>
          <a:prstGeom prst="bentConnector3">
            <a:avLst>
              <a:gd name="adj1" fmla="val 632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CCE7B4DF-FD2E-5026-BDD0-14B2CC58D399}"/>
              </a:ext>
            </a:extLst>
          </p:cNvPr>
          <p:cNvSpPr txBox="1"/>
          <p:nvPr/>
        </p:nvSpPr>
        <p:spPr>
          <a:xfrm>
            <a:off x="3170531" y="6250338"/>
            <a:ext cx="357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EdgeVim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Architecture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935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672CB421-78D8-8401-2E10-4412056EF78F}"/>
              </a:ext>
            </a:extLst>
          </p:cNvPr>
          <p:cNvSpPr/>
          <p:nvPr/>
        </p:nvSpPr>
        <p:spPr>
          <a:xfrm>
            <a:off x="1190625" y="410725"/>
            <a:ext cx="10415587" cy="3585012"/>
          </a:xfrm>
          <a:prstGeom prst="roundRect">
            <a:avLst/>
          </a:prstGeom>
          <a:solidFill>
            <a:srgbClr val="79CA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CACD16D-AFDF-2A65-C73A-4C157C763951}"/>
              </a:ext>
            </a:extLst>
          </p:cNvPr>
          <p:cNvSpPr/>
          <p:nvPr/>
        </p:nvSpPr>
        <p:spPr>
          <a:xfrm>
            <a:off x="1579925" y="1654651"/>
            <a:ext cx="773182" cy="427382"/>
          </a:xfrm>
          <a:prstGeom prst="roundRect">
            <a:avLst/>
          </a:prstGeom>
          <a:solidFill>
            <a:srgbClr val="F7A2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FF723D7-8B92-EA93-A19C-0850A1B9AAB3}"/>
              </a:ext>
            </a:extLst>
          </p:cNvPr>
          <p:cNvSpPr/>
          <p:nvPr/>
        </p:nvSpPr>
        <p:spPr>
          <a:xfrm>
            <a:off x="1579925" y="1654650"/>
            <a:ext cx="1073220" cy="427382"/>
          </a:xfrm>
          <a:prstGeom prst="round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7DA64CF-D48B-64C3-808F-E41814853912}"/>
              </a:ext>
            </a:extLst>
          </p:cNvPr>
          <p:cNvSpPr/>
          <p:nvPr/>
        </p:nvSpPr>
        <p:spPr>
          <a:xfrm>
            <a:off x="4394335" y="671678"/>
            <a:ext cx="1218992" cy="589255"/>
          </a:xfrm>
          <a:prstGeom prst="roundRect">
            <a:avLst/>
          </a:prstGeom>
          <a:solidFill>
            <a:srgbClr val="4EA6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Conv1d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4577FF1-7167-1D5E-AC1A-71F923FF088E}"/>
              </a:ext>
            </a:extLst>
          </p:cNvPr>
          <p:cNvSpPr/>
          <p:nvPr/>
        </p:nvSpPr>
        <p:spPr>
          <a:xfrm>
            <a:off x="4394334" y="671677"/>
            <a:ext cx="1484659" cy="589255"/>
          </a:xfrm>
          <a:prstGeom prst="round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2A39FD2E-3CA4-729A-DE81-E04CBBA9A162}"/>
              </a:ext>
            </a:extLst>
          </p:cNvPr>
          <p:cNvSpPr/>
          <p:nvPr/>
        </p:nvSpPr>
        <p:spPr>
          <a:xfrm>
            <a:off x="4394334" y="1492779"/>
            <a:ext cx="1218992" cy="589255"/>
          </a:xfrm>
          <a:prstGeom prst="roundRect">
            <a:avLst/>
          </a:prstGeom>
          <a:solidFill>
            <a:srgbClr val="4EA6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Conv1d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F3D5902-683F-AEAD-6A5E-8482BE546433}"/>
              </a:ext>
            </a:extLst>
          </p:cNvPr>
          <p:cNvSpPr/>
          <p:nvPr/>
        </p:nvSpPr>
        <p:spPr>
          <a:xfrm>
            <a:off x="4394334" y="1492778"/>
            <a:ext cx="1473476" cy="589255"/>
          </a:xfrm>
          <a:prstGeom prst="round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A64BB25-24A0-7B67-3852-1C908C4EC4D8}"/>
              </a:ext>
            </a:extLst>
          </p:cNvPr>
          <p:cNvSpPr/>
          <p:nvPr/>
        </p:nvSpPr>
        <p:spPr>
          <a:xfrm>
            <a:off x="6093719" y="671224"/>
            <a:ext cx="1274487" cy="589254"/>
          </a:xfrm>
          <a:prstGeom prst="roundRect">
            <a:avLst/>
          </a:prstGeom>
          <a:solidFill>
            <a:srgbClr val="5C9A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SSM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BF1E39CD-4A8E-DBA6-8017-4DBEED60D685}"/>
              </a:ext>
            </a:extLst>
          </p:cNvPr>
          <p:cNvSpPr/>
          <p:nvPr/>
        </p:nvSpPr>
        <p:spPr>
          <a:xfrm>
            <a:off x="6093718" y="671224"/>
            <a:ext cx="1584050" cy="589254"/>
          </a:xfrm>
          <a:prstGeom prst="round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F801E29-B806-ABEF-606F-E33786AEB40E}"/>
              </a:ext>
            </a:extLst>
          </p:cNvPr>
          <p:cNvSpPr/>
          <p:nvPr/>
        </p:nvSpPr>
        <p:spPr>
          <a:xfrm>
            <a:off x="6093718" y="1503471"/>
            <a:ext cx="1274487" cy="589254"/>
          </a:xfrm>
          <a:prstGeom prst="roundRect">
            <a:avLst/>
          </a:prstGeom>
          <a:solidFill>
            <a:srgbClr val="5C9A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Backward</a:t>
            </a:r>
          </a:p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SSM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7AA74226-54D7-1AA9-F468-6DD2FD08B3F9}"/>
              </a:ext>
            </a:extLst>
          </p:cNvPr>
          <p:cNvSpPr/>
          <p:nvPr/>
        </p:nvSpPr>
        <p:spPr>
          <a:xfrm>
            <a:off x="6093717" y="1503471"/>
            <a:ext cx="1584050" cy="589254"/>
          </a:xfrm>
          <a:prstGeom prst="round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梯形 46">
            <a:extLst>
              <a:ext uri="{FF2B5EF4-FFF2-40B4-BE49-F238E27FC236}">
                <a16:creationId xmlns:a16="http://schemas.microsoft.com/office/drawing/2014/main" id="{3A331234-63D4-2B46-632C-0D0437F73A89}"/>
              </a:ext>
            </a:extLst>
          </p:cNvPr>
          <p:cNvSpPr/>
          <p:nvPr/>
        </p:nvSpPr>
        <p:spPr>
          <a:xfrm rot="16200000">
            <a:off x="3081424" y="847262"/>
            <a:ext cx="776246" cy="390525"/>
          </a:xfrm>
          <a:prstGeom prst="trapezoid">
            <a:avLst/>
          </a:prstGeom>
          <a:solidFill>
            <a:srgbClr val="AA77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梯形 48">
            <a:extLst>
              <a:ext uri="{FF2B5EF4-FFF2-40B4-BE49-F238E27FC236}">
                <a16:creationId xmlns:a16="http://schemas.microsoft.com/office/drawing/2014/main" id="{89B1E08C-501B-FBF4-A7B9-39AE2D2E5DCE}"/>
              </a:ext>
            </a:extLst>
          </p:cNvPr>
          <p:cNvSpPr/>
          <p:nvPr/>
        </p:nvSpPr>
        <p:spPr>
          <a:xfrm rot="16200000">
            <a:off x="2997718" y="763557"/>
            <a:ext cx="943656" cy="390525"/>
          </a:xfrm>
          <a:prstGeom prst="trapezoid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梯形 52">
            <a:extLst>
              <a:ext uri="{FF2B5EF4-FFF2-40B4-BE49-F238E27FC236}">
                <a16:creationId xmlns:a16="http://schemas.microsoft.com/office/drawing/2014/main" id="{5B34BDCD-FEEB-14FD-163F-8FB0F58B2609}"/>
              </a:ext>
            </a:extLst>
          </p:cNvPr>
          <p:cNvSpPr/>
          <p:nvPr/>
        </p:nvSpPr>
        <p:spPr>
          <a:xfrm rot="16200000">
            <a:off x="9394929" y="1602834"/>
            <a:ext cx="776246" cy="390525"/>
          </a:xfrm>
          <a:prstGeom prst="trapezoid">
            <a:avLst/>
          </a:prstGeom>
          <a:solidFill>
            <a:srgbClr val="AA77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梯形 67">
            <a:extLst>
              <a:ext uri="{FF2B5EF4-FFF2-40B4-BE49-F238E27FC236}">
                <a16:creationId xmlns:a16="http://schemas.microsoft.com/office/drawing/2014/main" id="{82C775B4-BBDC-4BC5-396F-7DD902D4ADB4}"/>
              </a:ext>
            </a:extLst>
          </p:cNvPr>
          <p:cNvSpPr/>
          <p:nvPr/>
        </p:nvSpPr>
        <p:spPr>
          <a:xfrm rot="16200000">
            <a:off x="9311223" y="1519129"/>
            <a:ext cx="943656" cy="390525"/>
          </a:xfrm>
          <a:prstGeom prst="trapezoid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梯形 68">
            <a:extLst>
              <a:ext uri="{FF2B5EF4-FFF2-40B4-BE49-F238E27FC236}">
                <a16:creationId xmlns:a16="http://schemas.microsoft.com/office/drawing/2014/main" id="{631FC85F-C6AD-3B6E-CF89-12A62E10E96D}"/>
              </a:ext>
            </a:extLst>
          </p:cNvPr>
          <p:cNvSpPr/>
          <p:nvPr/>
        </p:nvSpPr>
        <p:spPr>
          <a:xfrm rot="16200000">
            <a:off x="3081424" y="2757719"/>
            <a:ext cx="776246" cy="390525"/>
          </a:xfrm>
          <a:prstGeom prst="trapezoid">
            <a:avLst/>
          </a:prstGeom>
          <a:solidFill>
            <a:srgbClr val="AA77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梯形 69">
            <a:extLst>
              <a:ext uri="{FF2B5EF4-FFF2-40B4-BE49-F238E27FC236}">
                <a16:creationId xmlns:a16="http://schemas.microsoft.com/office/drawing/2014/main" id="{4EC6A9B6-CE1F-F601-FE0F-91F96623262E}"/>
              </a:ext>
            </a:extLst>
          </p:cNvPr>
          <p:cNvSpPr/>
          <p:nvPr/>
        </p:nvSpPr>
        <p:spPr>
          <a:xfrm rot="16200000">
            <a:off x="2997718" y="2674014"/>
            <a:ext cx="943656" cy="390525"/>
          </a:xfrm>
          <a:prstGeom prst="trapezoid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流程图: 汇总连接 70">
            <a:extLst>
              <a:ext uri="{FF2B5EF4-FFF2-40B4-BE49-F238E27FC236}">
                <a16:creationId xmlns:a16="http://schemas.microsoft.com/office/drawing/2014/main" id="{282BB4D0-A6F3-83AB-C213-CDC593D82E7C}"/>
              </a:ext>
            </a:extLst>
          </p:cNvPr>
          <p:cNvSpPr/>
          <p:nvPr/>
        </p:nvSpPr>
        <p:spPr>
          <a:xfrm>
            <a:off x="8439365" y="874225"/>
            <a:ext cx="167908" cy="183251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流程图: 汇总连接 71">
            <a:extLst>
              <a:ext uri="{FF2B5EF4-FFF2-40B4-BE49-F238E27FC236}">
                <a16:creationId xmlns:a16="http://schemas.microsoft.com/office/drawing/2014/main" id="{DD48F4DE-2709-F39D-0A2D-A0598B25C1E3}"/>
              </a:ext>
            </a:extLst>
          </p:cNvPr>
          <p:cNvSpPr/>
          <p:nvPr/>
        </p:nvSpPr>
        <p:spPr>
          <a:xfrm>
            <a:off x="8072652" y="1706471"/>
            <a:ext cx="167908" cy="183251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流程图: 或者 72">
            <a:extLst>
              <a:ext uri="{FF2B5EF4-FFF2-40B4-BE49-F238E27FC236}">
                <a16:creationId xmlns:a16="http://schemas.microsoft.com/office/drawing/2014/main" id="{2B0D8EF1-191B-0817-5C53-D20951E7A8B3}"/>
              </a:ext>
            </a:extLst>
          </p:cNvPr>
          <p:cNvSpPr/>
          <p:nvPr/>
        </p:nvSpPr>
        <p:spPr>
          <a:xfrm>
            <a:off x="8871798" y="1718272"/>
            <a:ext cx="166687" cy="17145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流程图: 或者 73">
            <a:extLst>
              <a:ext uri="{FF2B5EF4-FFF2-40B4-BE49-F238E27FC236}">
                <a16:creationId xmlns:a16="http://schemas.microsoft.com/office/drawing/2014/main" id="{464CE9D2-2237-A523-C42F-5FC349FD4D6D}"/>
              </a:ext>
            </a:extLst>
          </p:cNvPr>
          <p:cNvSpPr/>
          <p:nvPr/>
        </p:nvSpPr>
        <p:spPr>
          <a:xfrm>
            <a:off x="10527616" y="1718272"/>
            <a:ext cx="166687" cy="17145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8087DC38-4490-A896-D76B-D49CA7853449}"/>
              </a:ext>
            </a:extLst>
          </p:cNvPr>
          <p:cNvCxnSpPr>
            <a:stCxn id="36" idx="3"/>
            <a:endCxn id="39" idx="1"/>
          </p:cNvCxnSpPr>
          <p:nvPr/>
        </p:nvCxnSpPr>
        <p:spPr>
          <a:xfrm flipV="1">
            <a:off x="5878993" y="965851"/>
            <a:ext cx="214726" cy="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434EC6C8-5FCC-D491-DCD1-4FAF811FACC0}"/>
              </a:ext>
            </a:extLst>
          </p:cNvPr>
          <p:cNvCxnSpPr>
            <a:stCxn id="38" idx="3"/>
            <a:endCxn id="46" idx="1"/>
          </p:cNvCxnSpPr>
          <p:nvPr/>
        </p:nvCxnSpPr>
        <p:spPr>
          <a:xfrm>
            <a:off x="5867810" y="1787406"/>
            <a:ext cx="225907" cy="10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BA325069-30EC-A34E-1A87-A9D448478033}"/>
              </a:ext>
            </a:extLst>
          </p:cNvPr>
          <p:cNvCxnSpPr>
            <a:cxnSpLocks/>
            <a:stCxn id="27" idx="3"/>
            <a:endCxn id="49" idx="0"/>
          </p:cNvCxnSpPr>
          <p:nvPr/>
        </p:nvCxnSpPr>
        <p:spPr>
          <a:xfrm flipV="1">
            <a:off x="2653145" y="958820"/>
            <a:ext cx="621139" cy="9095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4C6931A3-88F3-49B4-8890-C608B07FB9CC}"/>
              </a:ext>
            </a:extLst>
          </p:cNvPr>
          <p:cNvCxnSpPr>
            <a:stCxn id="27" idx="3"/>
            <a:endCxn id="69" idx="0"/>
          </p:cNvCxnSpPr>
          <p:nvPr/>
        </p:nvCxnSpPr>
        <p:spPr>
          <a:xfrm>
            <a:off x="2653145" y="1868341"/>
            <a:ext cx="621140" cy="108464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671265FD-7465-CDE1-7BEE-89D7448C6D9D}"/>
              </a:ext>
            </a:extLst>
          </p:cNvPr>
          <p:cNvCxnSpPr>
            <a:stCxn id="49" idx="2"/>
            <a:endCxn id="30" idx="1"/>
          </p:cNvCxnSpPr>
          <p:nvPr/>
        </p:nvCxnSpPr>
        <p:spPr>
          <a:xfrm>
            <a:off x="3664809" y="958820"/>
            <a:ext cx="729526" cy="7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798557E6-0DE9-171B-0B87-8A70D540A45D}"/>
              </a:ext>
            </a:extLst>
          </p:cNvPr>
          <p:cNvCxnSpPr>
            <a:stCxn id="49" idx="2"/>
            <a:endCxn id="37" idx="1"/>
          </p:cNvCxnSpPr>
          <p:nvPr/>
        </p:nvCxnSpPr>
        <p:spPr>
          <a:xfrm>
            <a:off x="3664809" y="958820"/>
            <a:ext cx="729525" cy="82858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72BCF2E1-7FF8-A079-4E44-C27C0769F80F}"/>
              </a:ext>
            </a:extLst>
          </p:cNvPr>
          <p:cNvCxnSpPr>
            <a:stCxn id="41" idx="3"/>
            <a:endCxn id="71" idx="2"/>
          </p:cNvCxnSpPr>
          <p:nvPr/>
        </p:nvCxnSpPr>
        <p:spPr>
          <a:xfrm>
            <a:off x="7677768" y="965851"/>
            <a:ext cx="7615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5D20FD86-C4D6-D7D2-D3C2-FACD81A3EFE4}"/>
              </a:ext>
            </a:extLst>
          </p:cNvPr>
          <p:cNvCxnSpPr>
            <a:stCxn id="71" idx="6"/>
            <a:endCxn id="73" idx="0"/>
          </p:cNvCxnSpPr>
          <p:nvPr/>
        </p:nvCxnSpPr>
        <p:spPr>
          <a:xfrm>
            <a:off x="8607273" y="965851"/>
            <a:ext cx="347869" cy="75242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连接符: 肘形 99">
            <a:extLst>
              <a:ext uri="{FF2B5EF4-FFF2-40B4-BE49-F238E27FC236}">
                <a16:creationId xmlns:a16="http://schemas.microsoft.com/office/drawing/2014/main" id="{018A9464-3D22-D95E-5273-230BDC9C3601}"/>
              </a:ext>
            </a:extLst>
          </p:cNvPr>
          <p:cNvCxnSpPr>
            <a:stCxn id="69" idx="2"/>
            <a:endCxn id="72" idx="4"/>
          </p:cNvCxnSpPr>
          <p:nvPr/>
        </p:nvCxnSpPr>
        <p:spPr>
          <a:xfrm flipV="1">
            <a:off x="3664810" y="1889722"/>
            <a:ext cx="4491796" cy="10632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A80FBED2-C264-5261-4A1B-EB8CCEBEC5CA}"/>
              </a:ext>
            </a:extLst>
          </p:cNvPr>
          <p:cNvCxnSpPr>
            <a:cxnSpLocks/>
            <a:stCxn id="69" idx="2"/>
            <a:endCxn id="71" idx="4"/>
          </p:cNvCxnSpPr>
          <p:nvPr/>
        </p:nvCxnSpPr>
        <p:spPr>
          <a:xfrm flipV="1">
            <a:off x="3664810" y="1057476"/>
            <a:ext cx="4858509" cy="18955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5A71FEDB-C0A7-61E5-7118-D4260D3F7F9A}"/>
              </a:ext>
            </a:extLst>
          </p:cNvPr>
          <p:cNvCxnSpPr>
            <a:stCxn id="72" idx="6"/>
            <a:endCxn id="73" idx="2"/>
          </p:cNvCxnSpPr>
          <p:nvPr/>
        </p:nvCxnSpPr>
        <p:spPr>
          <a:xfrm>
            <a:off x="8240560" y="1798097"/>
            <a:ext cx="631238" cy="5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4D29538E-AF17-2917-9E62-63A551CF63FD}"/>
              </a:ext>
            </a:extLst>
          </p:cNvPr>
          <p:cNvCxnSpPr>
            <a:stCxn id="73" idx="6"/>
            <a:endCxn id="53" idx="0"/>
          </p:cNvCxnSpPr>
          <p:nvPr/>
        </p:nvCxnSpPr>
        <p:spPr>
          <a:xfrm flipV="1">
            <a:off x="9038485" y="1798097"/>
            <a:ext cx="549305" cy="5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BAC63BA1-4960-D8C8-7EDB-3B3E167BEB90}"/>
              </a:ext>
            </a:extLst>
          </p:cNvPr>
          <p:cNvCxnSpPr>
            <a:stCxn id="53" idx="2"/>
            <a:endCxn id="74" idx="2"/>
          </p:cNvCxnSpPr>
          <p:nvPr/>
        </p:nvCxnSpPr>
        <p:spPr>
          <a:xfrm>
            <a:off x="9978315" y="1798097"/>
            <a:ext cx="549301" cy="5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5114F83F-334F-7647-CF3F-22E7B2BA56E1}"/>
              </a:ext>
            </a:extLst>
          </p:cNvPr>
          <p:cNvCxnSpPr>
            <a:cxnSpLocks/>
            <a:stCxn id="74" idx="6"/>
          </p:cNvCxnSpPr>
          <p:nvPr/>
        </p:nvCxnSpPr>
        <p:spPr>
          <a:xfrm>
            <a:off x="10694303" y="1803997"/>
            <a:ext cx="10785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E82D7294-A11B-BAF0-99F0-84D3EAE24A0D}"/>
              </a:ext>
            </a:extLst>
          </p:cNvPr>
          <p:cNvCxnSpPr>
            <a:stCxn id="46" idx="3"/>
            <a:endCxn id="72" idx="2"/>
          </p:cNvCxnSpPr>
          <p:nvPr/>
        </p:nvCxnSpPr>
        <p:spPr>
          <a:xfrm flipV="1">
            <a:off x="7677767" y="1798097"/>
            <a:ext cx="39488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直接箭头连接符 120">
            <a:extLst>
              <a:ext uri="{FF2B5EF4-FFF2-40B4-BE49-F238E27FC236}">
                <a16:creationId xmlns:a16="http://schemas.microsoft.com/office/drawing/2014/main" id="{00D68843-2E2D-3E9D-A9FB-FA49B5D49BB8}"/>
              </a:ext>
            </a:extLst>
          </p:cNvPr>
          <p:cNvCxnSpPr>
            <a:endCxn id="27" idx="1"/>
          </p:cNvCxnSpPr>
          <p:nvPr/>
        </p:nvCxnSpPr>
        <p:spPr>
          <a:xfrm>
            <a:off x="757238" y="1868341"/>
            <a:ext cx="8226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连接符: 肘形 127">
            <a:extLst>
              <a:ext uri="{FF2B5EF4-FFF2-40B4-BE49-F238E27FC236}">
                <a16:creationId xmlns:a16="http://schemas.microsoft.com/office/drawing/2014/main" id="{85AB0217-01D8-03DF-696A-FB171100BA84}"/>
              </a:ext>
            </a:extLst>
          </p:cNvPr>
          <p:cNvCxnSpPr>
            <a:stCxn id="27" idx="1"/>
            <a:endCxn id="74" idx="4"/>
          </p:cNvCxnSpPr>
          <p:nvPr/>
        </p:nvCxnSpPr>
        <p:spPr>
          <a:xfrm rot="10800000" flipH="1" flipV="1">
            <a:off x="1579924" y="1868340"/>
            <a:ext cx="9031035" cy="21381"/>
          </a:xfrm>
          <a:prstGeom prst="bentConnector4">
            <a:avLst>
              <a:gd name="adj1" fmla="val -1687"/>
              <a:gd name="adj2" fmla="val 781542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文本框 133">
            <a:extLst>
              <a:ext uri="{FF2B5EF4-FFF2-40B4-BE49-F238E27FC236}">
                <a16:creationId xmlns:a16="http://schemas.microsoft.com/office/drawing/2014/main" id="{90706CD7-BB81-D89B-6618-4C520F2F9874}"/>
              </a:ext>
            </a:extLst>
          </p:cNvPr>
          <p:cNvSpPr txBox="1"/>
          <p:nvPr/>
        </p:nvSpPr>
        <p:spPr>
          <a:xfrm>
            <a:off x="4613258" y="3589988"/>
            <a:ext cx="357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EdgeVim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 Architecture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104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96</Words>
  <Application>Microsoft Office PowerPoint</Application>
  <PresentationFormat>宽屏</PresentationFormat>
  <Paragraphs>47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 Iochi</dc:creator>
  <cp:lastModifiedBy>Mari Iochi</cp:lastModifiedBy>
  <cp:revision>3</cp:revision>
  <dcterms:created xsi:type="dcterms:W3CDTF">2026-01-30T04:55:01Z</dcterms:created>
  <dcterms:modified xsi:type="dcterms:W3CDTF">2026-01-30T06:57:23Z</dcterms:modified>
</cp:coreProperties>
</file>